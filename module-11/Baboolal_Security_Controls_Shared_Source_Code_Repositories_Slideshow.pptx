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928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864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609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81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710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04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763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307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56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202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5599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446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85663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3617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0368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69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745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Security Controls in Shared Source Code Repositories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Best Practices for Protecting Code and the Software Supply Chain</a:t>
            </a:r>
            <a:endParaRPr lang="en-US" dirty="0"/>
          </a:p>
          <a:p>
            <a:r>
              <a:rPr lang="en-US" dirty="0"/>
              <a:t>By: Brijette Baboolal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800" dirty="0"/>
              <a:t>Shared repositories are central to modern software development</a:t>
            </a:r>
          </a:p>
          <a:p>
            <a:pPr>
              <a:defRPr sz="1800"/>
            </a:pPr>
            <a:r>
              <a:rPr sz="2800" dirty="0"/>
              <a:t>They are frequent targets for attackers and supply chain compromises</a:t>
            </a:r>
          </a:p>
          <a:p>
            <a:pPr>
              <a:defRPr sz="1800"/>
            </a:pPr>
            <a:r>
              <a:rPr sz="2800" dirty="0"/>
              <a:t>Security controls protect code integrity, secrets, and dependencies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Repository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800" dirty="0"/>
              <a:t>Compromised repositories affect downstream users and systems</a:t>
            </a:r>
          </a:p>
          <a:p>
            <a:pPr>
              <a:defRPr sz="1800"/>
            </a:pPr>
            <a:r>
              <a:rPr sz="2800" dirty="0"/>
              <a:t>Risks include intellectual property theft and malicious code injection</a:t>
            </a:r>
          </a:p>
          <a:p>
            <a:pPr>
              <a:defRPr sz="1800"/>
            </a:pPr>
            <a:r>
              <a:rPr sz="2800" dirty="0"/>
              <a:t>Security must be proactive and layered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Control &amp;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800" dirty="0"/>
              <a:t>Apply principle of least privilege using role-based access control</a:t>
            </a:r>
          </a:p>
          <a:p>
            <a:pPr>
              <a:defRPr sz="1800"/>
            </a:pPr>
            <a:r>
              <a:rPr sz="2800" dirty="0"/>
              <a:t>Enforce Multi-Factor Authentication (MFA) and Single Sign-On (SSO)</a:t>
            </a:r>
          </a:p>
          <a:p>
            <a:pPr>
              <a:defRPr sz="1800"/>
            </a:pPr>
            <a:r>
              <a:rPr sz="2800" dirty="0"/>
              <a:t>Limit administrative access to trusted maintainers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 Protection &amp; Code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800" dirty="0"/>
              <a:t>Require pull requests and peer reviews before merging</a:t>
            </a:r>
          </a:p>
          <a:p>
            <a:pPr>
              <a:defRPr sz="1800"/>
            </a:pPr>
            <a:r>
              <a:rPr sz="2800" dirty="0"/>
              <a:t>Enable branch protection rules and block force-pushes</a:t>
            </a:r>
          </a:p>
          <a:p>
            <a:pPr>
              <a:defRPr sz="1800"/>
            </a:pPr>
            <a:r>
              <a:rPr sz="2800" dirty="0"/>
              <a:t>Use signed commits and automated status checks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Secrets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800" dirty="0"/>
              <a:t>Never store passwords, API keys, or tokens in repositories</a:t>
            </a:r>
          </a:p>
          <a:p>
            <a:pPr>
              <a:defRPr sz="1800"/>
            </a:pPr>
            <a:r>
              <a:rPr sz="2800" dirty="0"/>
              <a:t>Enable secret scanning and push protection</a:t>
            </a:r>
          </a:p>
          <a:p>
            <a:pPr>
              <a:defRPr sz="1800"/>
            </a:pPr>
            <a:r>
              <a:rPr sz="2800" dirty="0"/>
              <a:t>Use secure secret managers and rotate leaked credentials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Dependency &amp; Supply Chain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800" dirty="0"/>
              <a:t>Monitor third-party libraries for known vulnerabilities</a:t>
            </a:r>
          </a:p>
          <a:p>
            <a:pPr>
              <a:defRPr sz="1800"/>
            </a:pPr>
            <a:r>
              <a:rPr sz="2800" dirty="0"/>
              <a:t>Use Software Bills of Materials (SBOMs)</a:t>
            </a:r>
          </a:p>
          <a:p>
            <a:pPr>
              <a:defRPr sz="1800"/>
            </a:pPr>
            <a:r>
              <a:rPr sz="2800" dirty="0"/>
              <a:t>Prefer trusted, actively maintained dependencies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Pipeline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800" dirty="0"/>
              <a:t>Restrict permissions for CI/CD workflows and runners</a:t>
            </a:r>
          </a:p>
          <a:p>
            <a:pPr>
              <a:defRPr sz="1800"/>
            </a:pPr>
            <a:r>
              <a:rPr sz="2800" dirty="0"/>
              <a:t>Scan code, dependencies, and containers automatically</a:t>
            </a:r>
          </a:p>
          <a:p>
            <a:pPr>
              <a:defRPr sz="1800"/>
            </a:pPr>
            <a:r>
              <a:rPr sz="2800" dirty="0"/>
              <a:t>Sign and verify build artifacts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Incident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800" dirty="0"/>
              <a:t>Enable audit logs to track repository activity</a:t>
            </a:r>
          </a:p>
          <a:p>
            <a:pPr>
              <a:defRPr sz="1800"/>
            </a:pPr>
            <a:r>
              <a:rPr sz="2800" dirty="0"/>
              <a:t>Monitor alerts for suspicious behavior or leaks</a:t>
            </a:r>
          </a:p>
          <a:p>
            <a:pPr>
              <a:defRPr sz="1800"/>
            </a:pPr>
            <a:r>
              <a:rPr sz="2800" dirty="0"/>
              <a:t>Maintain an incident response plan for repository breaches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800" dirty="0"/>
              <a:t>Repository security is essential to software trust</a:t>
            </a:r>
          </a:p>
          <a:p>
            <a:pPr>
              <a:defRPr sz="1800"/>
            </a:pPr>
            <a:r>
              <a:rPr sz="2800" dirty="0"/>
              <a:t>Layered controls reduce risk and improve resilience</a:t>
            </a:r>
          </a:p>
          <a:p>
            <a:pPr>
              <a:defRPr sz="1800"/>
            </a:pPr>
            <a:r>
              <a:rPr sz="2800" dirty="0"/>
              <a:t>Security must be continuously reviewed and updated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581FF-05A0-4476-6118-F2CA12C65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16AE8-A7EF-5EC8-343C-07D992C5F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1800"/>
            </a:pPr>
            <a:r>
              <a:rPr lang="en-US" sz="2800" dirty="0"/>
              <a:t>GitHub Docs: Secret scanning, Branch protection, Security best practices</a:t>
            </a:r>
          </a:p>
          <a:p>
            <a:pPr>
              <a:defRPr sz="1800"/>
            </a:pPr>
            <a:r>
              <a:rPr lang="en-US" sz="2800" dirty="0"/>
              <a:t>OWASP Cheat Sheets: Secure Code Review &amp; Secure Coding Practices</a:t>
            </a:r>
          </a:p>
          <a:p>
            <a:pPr>
              <a:defRPr sz="1800"/>
            </a:pPr>
            <a:r>
              <a:rPr lang="en-US" sz="2800" dirty="0"/>
              <a:t>NIST SP 800-204D; guidance on software supply chain security</a:t>
            </a:r>
          </a:p>
          <a:p>
            <a:pPr>
              <a:defRPr sz="1800"/>
            </a:pPr>
            <a:r>
              <a:rPr lang="en-US" sz="2800" dirty="0" err="1"/>
              <a:t>OpenSSF</a:t>
            </a:r>
            <a:r>
              <a:rPr lang="en-US" sz="2800" dirty="0"/>
              <a:t> SCM Best Practices Guide; CISA: Securing the Software Supply Chain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8532686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1465</TotalTime>
  <Words>309</Words>
  <Application>Microsoft Office PowerPoint</Application>
  <PresentationFormat>On-screen Show (4:3)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Security Controls in Shared Source Code Repositories</vt:lpstr>
      <vt:lpstr>Introduction</vt:lpstr>
      <vt:lpstr>Importance of Repository Security</vt:lpstr>
      <vt:lpstr>Access Control &amp; Authentication</vt:lpstr>
      <vt:lpstr>Branch Protection &amp; Code Review</vt:lpstr>
      <vt:lpstr>Secrets Management</vt:lpstr>
      <vt:lpstr>Dependency &amp; Supply Chain Security</vt:lpstr>
      <vt:lpstr>CI/CD Pipeline Security</vt:lpstr>
      <vt:lpstr>Monitoring &amp; Incident Response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Brijette Baboolal</dc:creator>
  <cp:keywords/>
  <dc:description>generated using python-pptx</dc:description>
  <cp:lastModifiedBy>Brijette Baboolal</cp:lastModifiedBy>
  <cp:revision>2</cp:revision>
  <dcterms:created xsi:type="dcterms:W3CDTF">2013-01-27T09:14:16Z</dcterms:created>
  <dcterms:modified xsi:type="dcterms:W3CDTF">2025-12-14T23:35:24Z</dcterms:modified>
  <cp:category/>
</cp:coreProperties>
</file>