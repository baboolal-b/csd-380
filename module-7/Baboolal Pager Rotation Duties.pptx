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6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2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56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81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66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36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87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1954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6051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51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4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86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D34DF-1EF7-89A8-C1DD-7E24094C2C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Pager Rotation Duties in DevOps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02EF7-7EDE-C6F6-C43D-EFBAD0C59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Best Practices &amp; Recommendations</a:t>
            </a:r>
          </a:p>
          <a:p>
            <a:r>
              <a:rPr lang="en-US" dirty="0"/>
              <a:t>Brijette Baboolal • 11/28/2025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664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On-Call / Pager Rotation?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Engineers take turns being on duty for incidents</a:t>
            </a:r>
          </a:p>
          <a:p>
            <a:r>
              <a:t>- Ensures 24/7 reliability coverage</a:t>
            </a:r>
          </a:p>
          <a:p>
            <a:r>
              <a:t>- Requires quick acknowledgment &amp; response</a:t>
            </a:r>
          </a:p>
          <a:p>
            <a:r>
              <a:t>- Supports DevOps/SRE responsibility for system health</a:t>
            </a:r>
          </a:p>
          <a:p>
            <a:r>
              <a:t>- Helps maintain service uptime and user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Burnout &amp; sleep disruption</a:t>
            </a:r>
          </a:p>
          <a:p>
            <a:r>
              <a:t>- Alert fatigue from noisy alerts</a:t>
            </a:r>
          </a:p>
          <a:p>
            <a:r>
              <a:t>- Poor handoffs cause confusion</a:t>
            </a:r>
          </a:p>
          <a:p>
            <a:r>
              <a:t>- Context switching impacts development work</a:t>
            </a:r>
          </a:p>
          <a:p>
            <a:r>
              <a:t>- Knowledge gaps if documentation is outdated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Practices: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Fair, balanced rotation across team</a:t>
            </a:r>
          </a:p>
          <a:p>
            <a:r>
              <a:t>- 8–12 hour shifts recommended</a:t>
            </a:r>
          </a:p>
          <a:p>
            <a:r>
              <a:t>- 6–8 engineers per rotation</a:t>
            </a:r>
          </a:p>
          <a:p>
            <a:r>
              <a:t>- Consider follow-the-sun for global teams</a:t>
            </a:r>
          </a:p>
          <a:p>
            <a:r>
              <a:t>- Rotate shifts to avoid overloading specific individuals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Handoffs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Clear shift handoff notes</a:t>
            </a:r>
          </a:p>
          <a:p>
            <a:r>
              <a:t>- Maintain updated runbooks/playbooks</a:t>
            </a:r>
          </a:p>
          <a:p>
            <a:r>
              <a:t>- Document escalation paths</a:t>
            </a:r>
          </a:p>
          <a:p>
            <a:r>
              <a:t>- Use blameless post-mortems</a:t>
            </a:r>
          </a:p>
          <a:p>
            <a:r>
              <a:t>- Track incidents for trend analysis and process improvement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Alerting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Reduce noise; tune alerts</a:t>
            </a:r>
          </a:p>
          <a:p>
            <a:r>
              <a:t>- Prioritize by severity</a:t>
            </a:r>
          </a:p>
          <a:p>
            <a:r>
              <a:t>- Use primary + backup roles</a:t>
            </a:r>
          </a:p>
          <a:p>
            <a:r>
              <a:t>- Automated escalation policies</a:t>
            </a:r>
          </a:p>
          <a:p>
            <a:r>
              <a:t>- Review alert thresholds regularly to reduce false positives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On-Call vs Development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On-call duties separate from feature work</a:t>
            </a:r>
          </a:p>
          <a:p>
            <a:r>
              <a:t>- Improve runbooks + automation during quiet periods</a:t>
            </a:r>
          </a:p>
          <a:p>
            <a:r>
              <a:t>- Avoid sprint commitments while on-call</a:t>
            </a:r>
          </a:p>
          <a:p>
            <a:r>
              <a:t>- Use on-call time to identify system improvements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Health &amp; Burnout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Limit overnight pages</a:t>
            </a:r>
          </a:p>
          <a:p>
            <a:r>
              <a:t>- Offer recovery time</a:t>
            </a:r>
          </a:p>
          <a:p>
            <a:r>
              <a:t>- Allow easy swaps</a:t>
            </a:r>
          </a:p>
          <a:p>
            <a:r>
              <a:t>- Collect feedback &amp; iterate</a:t>
            </a:r>
          </a:p>
          <a:p>
            <a:r>
              <a:t>- Consider wellness support programs for on-call staff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Rotation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Weekly rotation (6–8 people)</a:t>
            </a:r>
          </a:p>
          <a:p>
            <a:r>
              <a:t>- 8–12 hr shifts for high-alert systems</a:t>
            </a:r>
          </a:p>
          <a:p>
            <a:r>
              <a:t>- Follow-the-sun for multiple time zones</a:t>
            </a:r>
          </a:p>
          <a:p>
            <a:r>
              <a:t>- Primary + shadow for critical systems</a:t>
            </a:r>
          </a:p>
          <a:p>
            <a:r>
              <a:t>- Document rotation schedule clearly and make it accessible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1. </a:t>
            </a:r>
            <a:r>
              <a:rPr sz="2000" dirty="0" err="1"/>
              <a:t>Squadcast</a:t>
            </a:r>
            <a:r>
              <a:rPr sz="2000" dirty="0"/>
              <a:t>: https://faun.dev/c/stories/squadcast/on-call-rotation-a-complete-guide-to-best-practices/</a:t>
            </a:r>
          </a:p>
          <a:p>
            <a:r>
              <a:rPr sz="2000" dirty="0"/>
              <a:t>  2. GitLab Handbook: https://handbook.gitlab.com/handbook/engineering/infrastructure/incident-management/on-call/</a:t>
            </a:r>
          </a:p>
          <a:p>
            <a:r>
              <a:rPr sz="2000" dirty="0"/>
              <a:t>  3. Datadog: https://www.datadoghq.com/blog/on-call-rotations/</a:t>
            </a:r>
          </a:p>
          <a:p>
            <a:r>
              <a:rPr sz="2000" dirty="0"/>
              <a:t>  4. Atlassian: https://www.atlassian.com/incident-management/on-call/improving-on-call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3</TotalTime>
  <Words>365</Words>
  <Application>Microsoft Office PowerPoint</Application>
  <PresentationFormat>On-screen Show 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Garamond</vt:lpstr>
      <vt:lpstr>Savon</vt:lpstr>
      <vt:lpstr>Pager Rotation Duties in DevOps</vt:lpstr>
      <vt:lpstr>What Is On-Call / Pager Rotation?</vt:lpstr>
      <vt:lpstr>Common Challenges</vt:lpstr>
      <vt:lpstr>Best Practices: Scheduling</vt:lpstr>
      <vt:lpstr>Handoffs &amp; Documentation</vt:lpstr>
      <vt:lpstr>Smart Alerting</vt:lpstr>
      <vt:lpstr>On-Call vs Development Work</vt:lpstr>
      <vt:lpstr>Team Health &amp; Burnout Prevention</vt:lpstr>
      <vt:lpstr>Recommended Rotation Models</vt:lpstr>
      <vt:lpstr>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Brijette Baboolal</dc:creator>
  <cp:keywords/>
  <dc:description>generated using python-pptx</dc:description>
  <cp:lastModifiedBy>Brijette Baboolal</cp:lastModifiedBy>
  <cp:revision>2</cp:revision>
  <dcterms:created xsi:type="dcterms:W3CDTF">2013-01-27T09:14:16Z</dcterms:created>
  <dcterms:modified xsi:type="dcterms:W3CDTF">2025-12-01T00:26:17Z</dcterms:modified>
  <cp:category/>
</cp:coreProperties>
</file>